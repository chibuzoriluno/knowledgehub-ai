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9f0fe7698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9f0fe7698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f9f0fe769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f9f0fe769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9f0fe7698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9f0fe7698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9f0fe7698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9f0fe7698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9f0fe769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9f0fe769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f9f0fe7698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f9f0fe7698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9f0fe7698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9f0fe7698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9f0fe769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f9f0fe769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9f0fe7698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9f0fe7698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f9f0fe7698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f9f0fe7698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 MEDRAG ENTERPRISE PLATFORM &amp; TECHNICAL ARCHITECTURE OVERVIEW&#10;**Document ID:** ai_platform  &#10;**Source File:** ai_platform.pptx  &#10;**Prepared By:** Apex Software Consulting Engineering Team  &#10;**Client:** HealthPulse Technologies  &#10;**Classification:** Controlled Evaluation Corpus / Client Presentation Deck"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# SLIDE 1: TITLE SLIDE&#10;* **Slide Title:** MedRAG: Enterprise AI-Powered Clinical Decision Support Platform&#10;* **Subtitle:** High-Precision Information Retrieval &amp; Provenance Tracking for HealthPulse Technologies&#10;* **Presenters:** Apex Software Consulting Systems Engineering &amp; Data Science Practice"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# SLIDE 2: EXECUTIVE SUMMARY &amp; PLATFORM VISION&#10;* **Slide Title:** Executive Summary: Transforming Clinical Information Access&#10;* **Content:**&#10;  * MedRAG bridges unstructured medical repositories (EHR notes, research PDFs, policy guides) with real-time generative capabilities.&#10;  * Designed to eliminate clinician cognitive overhead while enforcing **100% auditable provenance**.&#10;  * Zero-hallucination guardrails guarantee every response links directly to verified source documentation."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## SLIDE 3: SYSTEM ARCHITECTURE &amp; COMPONENT OVERVIEW&#10;* **Slide Title:** MedRAG System Architecture&#10;* **Section:** Platform Infrastructure&#10;* **Content:**&#10;  * **Ingestion Pipeline:** Layout-aware extraction across `.pdf`, `.docx`, `.pptx`, `.xlsx`, and scanned assets.&#10;  * **Dual-Indexing Core:** Parallel generation of 1536-dimensional dense vector embeddings (Qdrant) and inverted lexical indexes (BM25).&#10;  * **Hybrid Fusion:** Reciprocal Rank Fusion (RRF) candidate selection combined with Cross-Encoder deep contextual reranking.&#10;&#10;| Component Layer | Core Technology | SLA / Metric Target |&#10;| :--- | :--- | :--- |&#10;| Ingress &amp; Auth | FastAPI / OAuth2 / OIDC | &lt; 15 ms latency |&#10;| Vector Index | Qdrant Cluster | &gt; 1,200 QPS |&#10;| Hybrid RRF Reranker | Custom Bi-Encoder + Cross-Encoder | &lt; 120 ms execution |"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9463" y="76200"/>
            <a:ext cx="9282926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228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228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228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228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2287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